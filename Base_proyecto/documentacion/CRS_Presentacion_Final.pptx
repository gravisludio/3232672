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7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liana Gonzalez" userId="d8cf2cf8046bb5ba" providerId="LiveId" clId="{0305A978-7101-49F6-B089-C2BFB106AD80}"/>
    <pc:docChg chg="modSld">
      <pc:chgData name="Liliana Gonzalez" userId="d8cf2cf8046bb5ba" providerId="LiveId" clId="{0305A978-7101-49F6-B089-C2BFB106AD80}" dt="2026-03-18T02:57:43.968" v="28" actId="20577"/>
      <pc:docMkLst>
        <pc:docMk/>
      </pc:docMkLst>
      <pc:sldChg chg="modSp mod">
        <pc:chgData name="Liliana Gonzalez" userId="d8cf2cf8046bb5ba" providerId="LiveId" clId="{0305A978-7101-49F6-B089-C2BFB106AD80}" dt="2026-03-18T02:57:43.968" v="28" actId="20577"/>
        <pc:sldMkLst>
          <pc:docMk/>
          <pc:sldMk cId="0" sldId="256"/>
        </pc:sldMkLst>
        <pc:spChg chg="mod">
          <ac:chgData name="Liliana Gonzalez" userId="d8cf2cf8046bb5ba" providerId="LiveId" clId="{0305A978-7101-49F6-B089-C2BFB106AD80}" dt="2026-03-18T02:50:04.175" v="3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Liliana Gonzalez" userId="d8cf2cf8046bb5ba" providerId="LiveId" clId="{0305A978-7101-49F6-B089-C2BFB106AD80}" dt="2026-03-18T02:57:43.968" v="28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Liliana Gonzalez" userId="d8cf2cf8046bb5ba" providerId="LiveId" clId="{0305A978-7101-49F6-B089-C2BFB106AD80}" dt="2026-03-18T02:57:37.935" v="26" actId="20577"/>
        <pc:sldMkLst>
          <pc:docMk/>
          <pc:sldMk cId="0" sldId="258"/>
        </pc:sldMkLst>
        <pc:spChg chg="mod">
          <ac:chgData name="Liliana Gonzalez" userId="d8cf2cf8046bb5ba" providerId="LiveId" clId="{0305A978-7101-49F6-B089-C2BFB106AD80}" dt="2026-03-18T02:57:37.935" v="26" actId="20577"/>
          <ac:spMkLst>
            <pc:docMk/>
            <pc:sldMk cId="0" sldId="258"/>
            <ac:spMk id="11" creationId="{00000000-0000-0000-0000-000000000000}"/>
          </ac:spMkLst>
        </pc:spChg>
      </pc:sldChg>
      <pc:sldChg chg="modSp mod">
        <pc:chgData name="Liliana Gonzalez" userId="d8cf2cf8046bb5ba" providerId="LiveId" clId="{0305A978-7101-49F6-B089-C2BFB106AD80}" dt="2026-03-18T02:57:10.922" v="24" actId="20577"/>
        <pc:sldMkLst>
          <pc:docMk/>
          <pc:sldMk cId="0" sldId="263"/>
        </pc:sldMkLst>
        <pc:spChg chg="mod">
          <ac:chgData name="Liliana Gonzalez" userId="d8cf2cf8046bb5ba" providerId="LiveId" clId="{0305A978-7101-49F6-B089-C2BFB106AD80}" dt="2026-03-18T02:57:10.922" v="24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Liliana Gonzalez" userId="d8cf2cf8046bb5ba" providerId="LiveId" clId="{0305A978-7101-49F6-B089-C2BFB106AD80}" dt="2026-03-18T02:56:46.751" v="13" actId="20577"/>
          <ac:spMkLst>
            <pc:docMk/>
            <pc:sldMk cId="0" sldId="263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784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3291840" y="0"/>
            <a:ext cx="640080" cy="5143500"/>
          </a:xfrm>
          <a:prstGeom prst="rtTriangle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502920"/>
            <a:ext cx="1463040" cy="1426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8600" y="2194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 — CIDM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2834640" cy="45720"/>
          </a:xfrm>
          <a:prstGeom prst="rect">
            <a:avLst/>
          </a:prstGeom>
          <a:solidFill>
            <a:srgbClr val="1A2B45">
              <a:alpha val="70000"/>
            </a:srgbClr>
          </a:solidFill>
          <a:ln w="12700">
            <a:solidFill>
              <a:srgbClr val="1A2B45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4"/>
          <p:cNvSpPr/>
          <p:nvPr/>
        </p:nvSpPr>
        <p:spPr>
          <a:xfrm>
            <a:off x="228600" y="3017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8600" y="3337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28600" y="37947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Ardila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Elver Cortez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0" y="8229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</a:t>
            </a:r>
            <a:endParaRPr lang="en-US" sz="5800" dirty="0"/>
          </a:p>
        </p:txBody>
      </p:sp>
      <p:sp>
        <p:nvSpPr>
          <p:cNvPr id="11" name="Text 8"/>
          <p:cNvSpPr/>
          <p:nvPr/>
        </p:nvSpPr>
        <p:spPr>
          <a:xfrm>
            <a:off x="4114800" y="1691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SYSTEM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411480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</a:t>
            </a:r>
            <a:r>
              <a:rPr lang="en-US" sz="140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v2.1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114800" y="2788920"/>
            <a:ext cx="4663440" cy="1783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E877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1"/>
          <p:cNvSpPr/>
          <p:nvPr/>
        </p:nvSpPr>
        <p:spPr>
          <a:xfrm>
            <a:off x="4297680" y="292608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registro de asistencia y gestión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faltas para aprendices del SENA,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para automatizar y centralizar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operación administrativa del centro.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que Resuelve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pasaba antes de C.R.S?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05840"/>
            <a:ext cx="416052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74320" y="1005840"/>
            <a:ext cx="64008" cy="1600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438912" y="11247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manual en papel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38912" y="1417320"/>
            <a:ext cx="3904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asistencias se anotaban a mano, generando errores, pérdidas de información y un proceso lento cada jornada.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09160" y="1005840"/>
            <a:ext cx="416052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9"/>
          <p:cNvSpPr/>
          <p:nvPr/>
        </p:nvSpPr>
        <p:spPr>
          <a:xfrm>
            <a:off x="4709160" y="1005840"/>
            <a:ext cx="64008" cy="1600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4873752" y="11247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 de faltas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873752" y="1417320"/>
            <a:ext cx="3904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existía un sistema centralizado para registrar faltas por tipo (inasistencia, retardo, justificada), dificultando el seguimiento.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74320" y="2834640"/>
            <a:ext cx="416052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3"/>
          <p:cNvSpPr/>
          <p:nvPr/>
        </p:nvSpPr>
        <p:spPr>
          <a:xfrm>
            <a:off x="274320" y="2834640"/>
            <a:ext cx="64008" cy="1600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4"/>
          <p:cNvSpPr/>
          <p:nvPr/>
        </p:nvSpPr>
        <p:spPr>
          <a:xfrm>
            <a:off x="438912" y="29535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difíciles de generar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8912" y="3246120"/>
            <a:ext cx="3904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datos de asistencia por ficha o aprendiz requería horas de trabajo manual en hojas de cálculo.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709160" y="2834640"/>
            <a:ext cx="416052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Shape 17"/>
          <p:cNvSpPr/>
          <p:nvPr/>
        </p:nvSpPr>
        <p:spPr>
          <a:xfrm>
            <a:off x="4709160" y="2834640"/>
            <a:ext cx="64008" cy="1600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8"/>
          <p:cNvSpPr/>
          <p:nvPr/>
        </p:nvSpPr>
        <p:spPr>
          <a:xfrm>
            <a:off x="4873752" y="29535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auditoría de 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873752" y="3246120"/>
            <a:ext cx="3904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imposible saber quién modificó un registro, cuándo o por qué, dejando la gestión sin trazabilidad ni control.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1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C.R.S automatiza y digitaliza todo este proceso, eliminando los problemas mencionados.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Chronos Registry System?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escritorio para gestión de asistencia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05840"/>
            <a:ext cx="4114800" cy="384048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74320" y="1005840"/>
            <a:ext cx="4114800" cy="6400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502920" y="1234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C.R.S es una aplicación de escritorio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desarrollada para el SENA HSGS que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 completamente el registro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asistencia de aprendices.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26517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 el registro en papel por un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digital con tres paneles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independientes: Aprendiz, Instructor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Administrador.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 CIDM · Python Desktop · v2.1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00584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4754880" y="1078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166360" y="1097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754880" y="1554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 Windows 10/11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949440" y="100584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Text 14"/>
          <p:cNvSpPr/>
          <p:nvPr/>
        </p:nvSpPr>
        <p:spPr>
          <a:xfrm>
            <a:off x="7040880" y="1078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452360" y="1097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040880" y="1554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centralizada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663440" y="224028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Text 18"/>
          <p:cNvSpPr/>
          <p:nvPr/>
        </p:nvSpPr>
        <p:spPr>
          <a:xfrm>
            <a:off x="4754880" y="2313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516636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4754880" y="2788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Aprendices, Instructores, Admin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949440" y="224028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Text 22"/>
          <p:cNvSpPr/>
          <p:nvPr/>
        </p:nvSpPr>
        <p:spPr>
          <a:xfrm>
            <a:off x="7040880" y="2313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45236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040880" y="2788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y Excel exportables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663440" y="347472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9" name="Text 26"/>
          <p:cNvSpPr/>
          <p:nvPr/>
        </p:nvSpPr>
        <p:spPr>
          <a:xfrm>
            <a:off x="4754880" y="3547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516636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754880" y="4023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por roles + auditoría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49440" y="347472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Text 30"/>
          <p:cNvSpPr/>
          <p:nvPr/>
        </p:nvSpPr>
        <p:spPr>
          <a:xfrm>
            <a:off x="7040880" y="3547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45236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040880" y="4023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Listo para producción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¿Quiénes usan C.R.S?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 con paneles y permisos independientes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96012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74320" y="960120"/>
            <a:ext cx="2743200" cy="960120"/>
          </a:xfrm>
          <a:prstGeom prst="rect">
            <a:avLst/>
          </a:prstGeom>
          <a:solidFill>
            <a:srgbClr val="1A5F7A"/>
          </a:solidFill>
          <a:ln w="12700">
            <a:solidFill>
              <a:srgbClr val="1A5F7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41148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👨‍🎓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051560" y="11430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74320" y="1920240"/>
            <a:ext cx="2743200" cy="457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9"/>
          <p:cNvSpPr/>
          <p:nvPr/>
        </p:nvSpPr>
        <p:spPr>
          <a:xfrm>
            <a:off x="457200" y="2084832"/>
            <a:ext cx="164592" cy="16459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694944" y="201168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entrada y salida con su documento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" y="2743200"/>
            <a:ext cx="164592" cy="16459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/>
          <p:nvPr/>
        </p:nvSpPr>
        <p:spPr>
          <a:xfrm>
            <a:off x="694944" y="2670048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su historial en calendario mensual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401568"/>
            <a:ext cx="164592" cy="16459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4"/>
          <p:cNvSpPr/>
          <p:nvPr/>
        </p:nvSpPr>
        <p:spPr>
          <a:xfrm>
            <a:off x="694944" y="3328416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sus registros por día con hora exacta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4059936"/>
            <a:ext cx="164592" cy="16459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6"/>
          <p:cNvSpPr/>
          <p:nvPr/>
        </p:nvSpPr>
        <p:spPr>
          <a:xfrm>
            <a:off x="694944" y="3986784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su contraseña al primer acceso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200400" y="96012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8"/>
          <p:cNvSpPr/>
          <p:nvPr/>
        </p:nvSpPr>
        <p:spPr>
          <a:xfrm>
            <a:off x="3200400" y="960120"/>
            <a:ext cx="2743200" cy="9601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19"/>
          <p:cNvSpPr/>
          <p:nvPr/>
        </p:nvSpPr>
        <p:spPr>
          <a:xfrm>
            <a:off x="333756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👨‍🏫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977640" y="11430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3200400" y="1920240"/>
            <a:ext cx="2743200" cy="45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22"/>
          <p:cNvSpPr/>
          <p:nvPr/>
        </p:nvSpPr>
        <p:spPr>
          <a:xfrm>
            <a:off x="3383280" y="2084832"/>
            <a:ext cx="164592" cy="16459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3"/>
          <p:cNvSpPr/>
          <p:nvPr/>
        </p:nvSpPr>
        <p:spPr>
          <a:xfrm>
            <a:off x="3621024" y="201168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solo a sus fichas asignadas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383280" y="2743200"/>
            <a:ext cx="164592" cy="16459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5"/>
          <p:cNvSpPr/>
          <p:nvPr/>
        </p:nvSpPr>
        <p:spPr>
          <a:xfrm>
            <a:off x="3621024" y="2670048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faltas: inasistencia, retardo, justificada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3383280" y="3401568"/>
            <a:ext cx="164592" cy="16459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7"/>
          <p:cNvSpPr/>
          <p:nvPr/>
        </p:nvSpPr>
        <p:spPr>
          <a:xfrm>
            <a:off x="3621024" y="3328416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historial de asistencia de su ficha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383280" y="4059936"/>
            <a:ext cx="164592" cy="16459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29"/>
          <p:cNvSpPr/>
          <p:nvPr/>
        </p:nvSpPr>
        <p:spPr>
          <a:xfrm>
            <a:off x="3621024" y="3986784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y exporta reportes de sus grupos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6126480" y="96012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4" name="Shape 31"/>
          <p:cNvSpPr/>
          <p:nvPr/>
        </p:nvSpPr>
        <p:spPr>
          <a:xfrm>
            <a:off x="6126480" y="960120"/>
            <a:ext cx="2743200" cy="960120"/>
          </a:xfrm>
          <a:prstGeom prst="rect">
            <a:avLst/>
          </a:prstGeom>
          <a:solidFill>
            <a:srgbClr val="6B1A1A"/>
          </a:solidFill>
          <a:ln w="12700">
            <a:solidFill>
              <a:srgbClr val="6B1A1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2"/>
          <p:cNvSpPr/>
          <p:nvPr/>
        </p:nvSpPr>
        <p:spPr>
          <a:xfrm>
            <a:off x="626364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👨‍💼</a:t>
            </a:r>
            <a:endParaRPr lang="en-US" sz="2600" dirty="0"/>
          </a:p>
        </p:txBody>
      </p:sp>
      <p:sp>
        <p:nvSpPr>
          <p:cNvPr id="36" name="Text 33"/>
          <p:cNvSpPr/>
          <p:nvPr/>
        </p:nvSpPr>
        <p:spPr>
          <a:xfrm>
            <a:off x="6903720" y="11430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6126480" y="1920240"/>
            <a:ext cx="27432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Shape 35"/>
          <p:cNvSpPr/>
          <p:nvPr/>
        </p:nvSpPr>
        <p:spPr>
          <a:xfrm>
            <a:off x="6309360" y="2084832"/>
            <a:ext cx="164592" cy="164592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 36"/>
          <p:cNvSpPr/>
          <p:nvPr/>
        </p:nvSpPr>
        <p:spPr>
          <a:xfrm>
            <a:off x="6547104" y="201168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completa de aprendices e instructores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309360" y="2743200"/>
            <a:ext cx="164592" cy="164592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8"/>
          <p:cNvSpPr/>
          <p:nvPr/>
        </p:nvSpPr>
        <p:spPr>
          <a:xfrm>
            <a:off x="6547104" y="2670048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KPIs: hoy / semana / mes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309360" y="3401568"/>
            <a:ext cx="164592" cy="164592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0"/>
          <p:cNvSpPr/>
          <p:nvPr/>
        </p:nvSpPr>
        <p:spPr>
          <a:xfrm>
            <a:off x="6547104" y="3328416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exportables a PDF y Excel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309360" y="4059936"/>
            <a:ext cx="164592" cy="164592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2"/>
          <p:cNvSpPr/>
          <p:nvPr/>
        </p:nvSpPr>
        <p:spPr>
          <a:xfrm>
            <a:off x="6547104" y="3986784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todas las acciones del sistema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del Sistema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C.R.S hace por el SENA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74320" y="1005840"/>
            <a:ext cx="27432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411480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📲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96112" y="11430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Automático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16002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y salida con solo ingresar el número de documento. Sin papeles, sin errores, al instante.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0"/>
          <p:cNvSpPr/>
          <p:nvPr/>
        </p:nvSpPr>
        <p:spPr>
          <a:xfrm>
            <a:off x="3246120" y="1005840"/>
            <a:ext cx="27432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1"/>
          <p:cNvSpPr/>
          <p:nvPr/>
        </p:nvSpPr>
        <p:spPr>
          <a:xfrm>
            <a:off x="3383280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3867912" y="11430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Interactivo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383280" y="16002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mensual con registros por día. El aprendiz ve exactamente cuándo entró y salió.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27432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6"/>
          <p:cNvSpPr/>
          <p:nvPr/>
        </p:nvSpPr>
        <p:spPr>
          <a:xfrm>
            <a:off x="6355080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❌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839712" y="11430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Faltas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55080" y="16002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instructor registra faltas por tipo: Inasistencia, Retardo o Justificada, con observaciones.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74320" y="292608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Shape 20"/>
          <p:cNvSpPr/>
          <p:nvPr/>
        </p:nvSpPr>
        <p:spPr>
          <a:xfrm>
            <a:off x="274320" y="2926080"/>
            <a:ext cx="2743200" cy="54864"/>
          </a:xfrm>
          <a:prstGeom prst="rect">
            <a:avLst/>
          </a:prstGeom>
          <a:solidFill>
            <a:srgbClr val="1A5F7A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1"/>
          <p:cNvSpPr/>
          <p:nvPr/>
        </p:nvSpPr>
        <p:spPr>
          <a:xfrm>
            <a:off x="4114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96112" y="30632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en PDF/Excel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11480" y="35204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reportes por ficha o aprendiz, filtrado por día, semana o mes. Exportación con un clic.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246120" y="292608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Shape 25"/>
          <p:cNvSpPr/>
          <p:nvPr/>
        </p:nvSpPr>
        <p:spPr>
          <a:xfrm>
            <a:off x="3246120" y="2926080"/>
            <a:ext cx="2743200" cy="54864"/>
          </a:xfrm>
          <a:prstGeom prst="rect">
            <a:avLst/>
          </a:prstGeom>
          <a:solidFill>
            <a:srgbClr val="1A5F7A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6"/>
          <p:cNvSpPr/>
          <p:nvPr/>
        </p:nvSpPr>
        <p:spPr>
          <a:xfrm>
            <a:off x="33832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867912" y="30632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Importación Masiva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3383280" y="35204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cientos de aprendices desde un archivo Excel en segundos, con validación automática.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217920" y="292608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Shape 30"/>
          <p:cNvSpPr/>
          <p:nvPr/>
        </p:nvSpPr>
        <p:spPr>
          <a:xfrm>
            <a:off x="6217920" y="2926080"/>
            <a:ext cx="2743200" cy="54864"/>
          </a:xfrm>
          <a:prstGeom prst="rect">
            <a:avLst/>
          </a:prstGeom>
          <a:solidFill>
            <a:srgbClr val="1A5F7A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1"/>
          <p:cNvSpPr/>
          <p:nvPr/>
        </p:nvSpPr>
        <p:spPr>
          <a:xfrm>
            <a:off x="63550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6839712" y="30632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Completa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355080" y="35204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en el sistema queda registrada: quién hizo qué, cuándo y a quién.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 en la Práctica?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uso diario del sistema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Text 5"/>
          <p:cNvSpPr/>
          <p:nvPr/>
        </p:nvSpPr>
        <p:spPr>
          <a:xfrm>
            <a:off x="82296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1755648" y="1261872"/>
            <a:ext cx="658368" cy="73152"/>
          </a:xfrm>
          <a:prstGeom prst="rect">
            <a:avLst/>
          </a:prstGeom>
          <a:solidFill>
            <a:srgbClr val="8A95A3"/>
          </a:solidFill>
          <a:ln w="12700">
            <a:solidFill>
              <a:srgbClr val="8A95A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7"/>
          <p:cNvSpPr/>
          <p:nvPr/>
        </p:nvSpPr>
        <p:spPr>
          <a:xfrm>
            <a:off x="27432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8"/>
          <p:cNvSpPr/>
          <p:nvPr/>
        </p:nvSpPr>
        <p:spPr>
          <a:xfrm>
            <a:off x="274320" y="1920240"/>
            <a:ext cx="1920240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9"/>
          <p:cNvSpPr/>
          <p:nvPr/>
        </p:nvSpPr>
        <p:spPr>
          <a:xfrm>
            <a:off x="36576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aprendiz llega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65760" y="26060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 su documento en la terminal y presiona MARCAR ENTRADA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971800" y="914400"/>
            <a:ext cx="822960" cy="82296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/>
          <p:nvPr/>
        </p:nvSpPr>
        <p:spPr>
          <a:xfrm>
            <a:off x="297180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904488" y="1261872"/>
            <a:ext cx="658368" cy="73152"/>
          </a:xfrm>
          <a:prstGeom prst="rect">
            <a:avLst/>
          </a:prstGeom>
          <a:solidFill>
            <a:srgbClr val="8A95A3"/>
          </a:solidFill>
          <a:ln w="12700">
            <a:solidFill>
              <a:srgbClr val="8A95A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4"/>
          <p:cNvSpPr/>
          <p:nvPr/>
        </p:nvSpPr>
        <p:spPr>
          <a:xfrm>
            <a:off x="242316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5"/>
          <p:cNvSpPr/>
          <p:nvPr/>
        </p:nvSpPr>
        <p:spPr>
          <a:xfrm>
            <a:off x="2423160" y="1920240"/>
            <a:ext cx="1920240" cy="7315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6"/>
          <p:cNvSpPr/>
          <p:nvPr/>
        </p:nvSpPr>
        <p:spPr>
          <a:xfrm>
            <a:off x="251460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registra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2514600" y="26060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C.R.S guarda la hora exacta en la base de datos de forma automática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120640" y="914400"/>
            <a:ext cx="822960" cy="8229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Text 19"/>
          <p:cNvSpPr/>
          <p:nvPr/>
        </p:nvSpPr>
        <p:spPr>
          <a:xfrm>
            <a:off x="512064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053328" y="1261872"/>
            <a:ext cx="658368" cy="73152"/>
          </a:xfrm>
          <a:prstGeom prst="rect">
            <a:avLst/>
          </a:prstGeom>
          <a:solidFill>
            <a:srgbClr val="8A95A3"/>
          </a:solidFill>
          <a:ln w="12700">
            <a:solidFill>
              <a:srgbClr val="8A95A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21"/>
          <p:cNvSpPr/>
          <p:nvPr/>
        </p:nvSpPr>
        <p:spPr>
          <a:xfrm>
            <a:off x="457200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2"/>
          <p:cNvSpPr/>
          <p:nvPr/>
        </p:nvSpPr>
        <p:spPr>
          <a:xfrm>
            <a:off x="4572000" y="1920240"/>
            <a:ext cx="192024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3"/>
          <p:cNvSpPr/>
          <p:nvPr/>
        </p:nvSpPr>
        <p:spPr>
          <a:xfrm>
            <a:off x="466344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instructor revisa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4663440" y="26060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 su panel y puede ver la asistencia de su ficha en tiempo real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269480" y="914400"/>
            <a:ext cx="822960" cy="822960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9" name="Text 26"/>
          <p:cNvSpPr/>
          <p:nvPr/>
        </p:nvSpPr>
        <p:spPr>
          <a:xfrm>
            <a:off x="726948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672084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1" name="Shape 28"/>
          <p:cNvSpPr/>
          <p:nvPr/>
        </p:nvSpPr>
        <p:spPr>
          <a:xfrm>
            <a:off x="6720840" y="1920240"/>
            <a:ext cx="1920240" cy="731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29"/>
          <p:cNvSpPr/>
          <p:nvPr/>
        </p:nvSpPr>
        <p:spPr>
          <a:xfrm>
            <a:off x="681228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reporta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6812280" y="26060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reportes por período y los exporta en PDF o Excel para directivos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aprendiz también puede ver su historial personal desde su panel con contraseña segura.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para el SENA HSGS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real en la operación del centro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Text 5"/>
          <p:cNvSpPr/>
          <p:nvPr/>
        </p:nvSpPr>
        <p:spPr>
          <a:xfrm>
            <a:off x="384048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914400" y="1207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de tiempo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169164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411480" y="181051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tarda segundos por aprendiz. Horas de trabajo manual eliminadas cada semana.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005840"/>
            <a:ext cx="2743200" cy="1691640"/>
          </a:xfrm>
          <a:prstGeom prst="rect">
            <a:avLst/>
          </a:prstGeom>
          <a:solidFill>
            <a:srgbClr val="F4F6F9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3355848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886200" y="1207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errores humanos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383280" y="169164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3"/>
          <p:cNvSpPr/>
          <p:nvPr/>
        </p:nvSpPr>
        <p:spPr>
          <a:xfrm>
            <a:off x="3383280" y="181051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valida cada registro automáticamente, evitando duplicados o entradas incorrectas.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5"/>
          <p:cNvSpPr/>
          <p:nvPr/>
        </p:nvSpPr>
        <p:spPr>
          <a:xfrm>
            <a:off x="6327648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6858000" y="1207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para decisiones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355080" y="169164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8"/>
          <p:cNvSpPr/>
          <p:nvPr/>
        </p:nvSpPr>
        <p:spPr>
          <a:xfrm>
            <a:off x="6355080" y="181051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 y directivos cuentan con métricas reales para tomar decisiones basadas en datos.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74320" y="2926080"/>
            <a:ext cx="2743200" cy="1691640"/>
          </a:xfrm>
          <a:prstGeom prst="rect">
            <a:avLst/>
          </a:prstGeom>
          <a:solidFill>
            <a:srgbClr val="F4F6F9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Text 20"/>
          <p:cNvSpPr/>
          <p:nvPr/>
        </p:nvSpPr>
        <p:spPr>
          <a:xfrm>
            <a:off x="384048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914400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total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11480" y="361188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3"/>
          <p:cNvSpPr/>
          <p:nvPr/>
        </p:nvSpPr>
        <p:spPr>
          <a:xfrm>
            <a:off x="411480" y="373075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queda auditada. Cambio obligatorio de contraseña. Acceso diferenciado por rol.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246120" y="292608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Text 25"/>
          <p:cNvSpPr/>
          <p:nvPr/>
        </p:nvSpPr>
        <p:spPr>
          <a:xfrm>
            <a:off x="3355848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♻️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3886200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Papelera inteligente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383280" y="361188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8"/>
          <p:cNvSpPr/>
          <p:nvPr/>
        </p:nvSpPr>
        <p:spPr>
          <a:xfrm>
            <a:off x="3383280" y="373075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aprendices no se eliminan directamente. Se pueden restaurar si fue un error, conservando el historial.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217920" y="2926080"/>
            <a:ext cx="2743200" cy="1691640"/>
          </a:xfrm>
          <a:prstGeom prst="rect">
            <a:avLst/>
          </a:prstGeom>
          <a:solidFill>
            <a:srgbClr val="F4F6F9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Text 30"/>
          <p:cNvSpPr/>
          <p:nvPr/>
        </p:nvSpPr>
        <p:spPr>
          <a:xfrm>
            <a:off x="6327648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34" name="Text 31"/>
          <p:cNvSpPr/>
          <p:nvPr/>
        </p:nvSpPr>
        <p:spPr>
          <a:xfrm>
            <a:off x="6858000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usar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355080" y="361188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3"/>
          <p:cNvSpPr/>
          <p:nvPr/>
        </p:nvSpPr>
        <p:spPr>
          <a:xfrm>
            <a:off x="6355080" y="373075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C.R.S v2.0 está en estado de producción, con instalador y documentación completa.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731520"/>
            <a:ext cx="1463040" cy="1426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" y="2423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CRS -HSGS- SENA CIDM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" y="28346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Gestión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1440" y="36576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Ardila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Elver Cortez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840480" y="5486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6000" dirty="0"/>
          </a:p>
        </p:txBody>
      </p:sp>
      <p:sp>
        <p:nvSpPr>
          <p:cNvPr id="8" name="Shape 5"/>
          <p:cNvSpPr/>
          <p:nvPr/>
        </p:nvSpPr>
        <p:spPr>
          <a:xfrm>
            <a:off x="3840480" y="1554480"/>
            <a:ext cx="475488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3840480" y="17830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Registry System v2.0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el desafío de gestión de asistencia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SENA de forma digital, segura y eficiente.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40480" y="3383280"/>
            <a:ext cx="54864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4023360" y="33649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C.R.S v2.1 — Estado: Listo para producción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840480" y="3785616"/>
            <a:ext cx="54864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4023360" y="37673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Windows Desktop · Python 3.10+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840480" y="4187952"/>
            <a:ext cx="54864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/>
          <p:nvPr/>
        </p:nvSpPr>
        <p:spPr>
          <a:xfrm>
            <a:off x="4023360" y="4169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datos: MySQL 8.0+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840480" y="4590288"/>
            <a:ext cx="54864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4"/>
          <p:cNvSpPr/>
          <p:nvPr/>
        </p:nvSpPr>
        <p:spPr>
          <a:xfrm>
            <a:off x="4023360" y="4572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completa disponible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822</Words>
  <Application>Microsoft Office PowerPoint</Application>
  <PresentationFormat>Presentación en pantalla (16:9)</PresentationFormat>
  <Paragraphs>148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Chronos Registry System — Presentación</dc:title>
  <dc:subject>PptxGenJS Presentation</dc:subject>
  <dc:creator>PptxGenJS</dc:creator>
  <cp:lastModifiedBy>Liliana Gonzalez</cp:lastModifiedBy>
  <cp:revision>2</cp:revision>
  <dcterms:created xsi:type="dcterms:W3CDTF">2026-03-17T23:23:49Z</dcterms:created>
  <dcterms:modified xsi:type="dcterms:W3CDTF">2026-03-18T02:57:46Z</dcterms:modified>
</cp:coreProperties>
</file>